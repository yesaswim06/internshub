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Outfit Extra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88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85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jpe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ernshub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hyperlink" Target="mailto:myselfadmin123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InternsHub — Next‑Gen Internship Management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Streamlining connections between Students, Companies, and Admins with a modern, light glassmorphic design system built for speed and clarity.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2F5876-1ABA-4F26-0C15-23BB6A082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686" y="4813283"/>
            <a:ext cx="1238314" cy="330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8802"/>
            <a:ext cx="4722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Problem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496119" y="961579"/>
            <a:ext cx="2294855" cy="1686818"/>
          </a:xfrm>
          <a:prstGeom prst="roundRect">
            <a:avLst>
              <a:gd name="adj" fmla="val 3420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463" y="1117922"/>
            <a:ext cx="1982167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Fragmented Communication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2463" y="1626766"/>
            <a:ext cx="198216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Messages split across email, spreadsheets, and portals — candidates and partners lose context.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23952" y="961579"/>
            <a:ext cx="2294930" cy="1686818"/>
          </a:xfrm>
          <a:prstGeom prst="roundRect">
            <a:avLst>
              <a:gd name="adj" fmla="val 3420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80296" y="1117922"/>
            <a:ext cx="19822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Manual Tracking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0296" y="1412230"/>
            <a:ext cx="198224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Spreadsheets and manual status updates create delays and mistakes in application flows.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19" y="2781374"/>
            <a:ext cx="4722763" cy="1039639"/>
          </a:xfrm>
          <a:prstGeom prst="roundRect">
            <a:avLst>
              <a:gd name="adj" fmla="val 5548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463" y="2937718"/>
            <a:ext cx="44100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Legacy Mobile UX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2463" y="3232026"/>
            <a:ext cx="44100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Outdated mobile interfaces frustrate students and reduce engagement on the go.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6119" y="3970660"/>
            <a:ext cx="4722763" cy="753963"/>
          </a:xfrm>
          <a:prstGeom prst="roundRect">
            <a:avLst>
              <a:gd name="adj" fmla="val 7650"/>
            </a:avLst>
          </a:prstGeom>
          <a:solidFill>
            <a:srgbClr val="D7D2F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3" y="4164955"/>
            <a:ext cx="171599" cy="1372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42305" y="4137943"/>
            <a:ext cx="413928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These gaps slow hiring cycles and increase dropout rates for internships.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3267"/>
            <a:ext cx="472276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Solution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96119" y="978173"/>
            <a:ext cx="472276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A unified Internship Management System combining cross‑platform web &amp; mobile       portals, light glassmorphic widgets for clear information hierarchy,       secure PDF matching, and automated email updates to keep every stakeholder aligned.     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2018481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394" y="2070720"/>
            <a:ext cx="209327" cy="2093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7440" y="2066404"/>
            <a:ext cx="427144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Unified Workflows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47440" y="2366814"/>
            <a:ext cx="4271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Single source of truth for vacancies, applications, and scheduling.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96119" y="2863007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394" y="2915245"/>
            <a:ext cx="209327" cy="2093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7440" y="2910929"/>
            <a:ext cx="427144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Automated Communication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47440" y="3211339"/>
            <a:ext cx="427144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Event-driven emails and PDF attachments for interview confirmations and offer letters.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96119" y="3928988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394" y="3981227"/>
            <a:ext cx="209327" cy="20932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7440" y="3976911"/>
            <a:ext cx="427144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Polished UX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947440" y="4277320"/>
            <a:ext cx="427144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Glassmorphic UI components optimized for accessibility and mobile responsiveness.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194"/>
            <a:ext cx="8151763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Key Tech Stack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781" y="2016175"/>
            <a:ext cx="2678385" cy="15177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0715" y="911200"/>
            <a:ext cx="276820" cy="2768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90715" y="1296144"/>
            <a:ext cx="436185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Node.js + Express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4290715" y="1555626"/>
            <a:ext cx="436185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Lightweight REST API, authentication, role-based access, PDF generation endpoints.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0715" y="1886396"/>
            <a:ext cx="276820" cy="2768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90715" y="2271340"/>
            <a:ext cx="436185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4290715" y="2530822"/>
            <a:ext cx="436185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Cloud-hosted document DB for schemaless candidate profiles, audit logs, and analytics.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0715" y="2861593"/>
            <a:ext cx="276820" cy="2768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90715" y="3246537"/>
            <a:ext cx="436185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React (Vite)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4290715" y="3506019"/>
            <a:ext cx="436185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 web client with modular glassmorphic component library and SSR-ready pages.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0715" y="3836789"/>
            <a:ext cx="276820" cy="2768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90715" y="4221733"/>
            <a:ext cx="436185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Flutter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4290715" y="4481215"/>
            <a:ext cx="4361855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Cross-platform mobile app delivering native performance on iOS &amp; Android.</a:t>
            </a:r>
            <a:endParaRPr lang="en-US" sz="8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2ADE74-8721-8112-BC84-73F94DC0FD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686" y="4813283"/>
            <a:ext cx="1238314" cy="330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5244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Student Experience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75312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A concise, mobile-first experience that lets students discover, apply, and       manage internships without friction.     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39404"/>
            <a:ext cx="552450" cy="690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748" y="2139404"/>
            <a:ext cx="117537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Glassmorphic Metrics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25748" y="2667372"/>
            <a:ext cx="117537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At-a-glance KPIs: applications, interviews, offers — clear, tactile cards for quick decisions.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139404"/>
            <a:ext cx="552450" cy="690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07928" y="2139404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Saved Vacancies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307928" y="2667372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Bookmark roles for later, sync across web and mobile, get targeted notifications.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139404"/>
            <a:ext cx="552450" cy="6905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0183" y="2139404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Application History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390183" y="2667372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Immutable timeline with status, recruiter notes, and downloadable PDFs for records.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139404"/>
            <a:ext cx="552450" cy="6905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72437" y="2139404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Web‑Redirect Profile Editor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472437" y="2667372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Edit rich profiles on web and push updates to mobile — maintaining polished resumes and portfolios.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C5FC9E-A4CF-B2FE-9AAB-D9CEB5A587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686" y="4813283"/>
            <a:ext cx="1238314" cy="330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173"/>
            <a:ext cx="8151763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Hiring Partner Portal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89186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Tools designed to accelerate screening, scheduling, and communication for recruiters and hiring teams.     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447056"/>
            <a:ext cx="128439" cy="965820"/>
          </a:xfrm>
          <a:prstGeom prst="roundRect">
            <a:avLst>
              <a:gd name="adj" fmla="val 4201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941" y="1575495"/>
            <a:ext cx="367434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Interactive Vacancy Creator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0941" y="1892573"/>
            <a:ext cx="367434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 roles with structured criteria, auto-suggested tags, and templated interview flows.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8777" y="2529260"/>
            <a:ext cx="128439" cy="965820"/>
          </a:xfrm>
          <a:prstGeom prst="roundRect">
            <a:avLst>
              <a:gd name="adj" fmla="val 4201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3599" y="2657698"/>
            <a:ext cx="348168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Resume Reviewer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3599" y="2974777"/>
            <a:ext cx="348168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Preview parsed resumes, mark favorites, add private notes, and export shortlisted PDFs.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81509" y="3611463"/>
            <a:ext cx="128439" cy="965820"/>
          </a:xfrm>
          <a:prstGeom prst="roundRect">
            <a:avLst>
              <a:gd name="adj" fmla="val 42012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6331" y="3739902"/>
            <a:ext cx="328895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Automated Notifications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6331" y="4056980"/>
            <a:ext cx="328895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Nodemailer-driven emails with interview coordinates, calendar invites, and follow-up reminders.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479" y="1901726"/>
            <a:ext cx="3919165" cy="22208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98392FA-0C22-3F28-BB80-BCBCCAFDA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686" y="4813283"/>
            <a:ext cx="1238314" cy="330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81459"/>
            <a:ext cx="4722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Future &amp; Deployment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954286"/>
            <a:ext cx="5179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A pragmatic rollout and scaling strategy to reach students and partners globally.     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262360"/>
            <a:ext cx="1501899" cy="1640458"/>
          </a:xfrm>
          <a:prstGeom prst="roundRect">
            <a:avLst>
              <a:gd name="adj" fmla="val 34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3855" y="1391096"/>
            <a:ext cx="124442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Hosting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3855" y="1650057"/>
            <a:ext cx="1244426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Render for backend services, Vercel for web front end — auto-scaling and zero‑downtime deployments.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535513" y="1262360"/>
            <a:ext cx="1501899" cy="1640458"/>
          </a:xfrm>
          <a:prstGeom prst="roundRect">
            <a:avLst>
              <a:gd name="adj" fmla="val 34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4250" y="1391096"/>
            <a:ext cx="124442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Mobile Distribution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4250" y="1843906"/>
            <a:ext cx="1244426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Signed iOS and Android builds, staged rollouts via TestFlight and Play Store for rapid feedback.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45908" y="1262360"/>
            <a:ext cx="1501973" cy="1640458"/>
          </a:xfrm>
          <a:prstGeom prst="roundRect">
            <a:avLst>
              <a:gd name="adj" fmla="val 3469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74644" y="1391096"/>
            <a:ext cx="124450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Monitoring &amp; Ops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74644" y="1843906"/>
            <a:ext cx="1244501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Cloud logs, alerts, and scheduled backups; analytics to track funnel conversion and engagement.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925119" y="3011314"/>
            <a:ext cx="4722763" cy="888504"/>
          </a:xfrm>
          <a:prstGeom prst="roundRect">
            <a:avLst>
              <a:gd name="adj" fmla="val 586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3855" y="3140050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53855" y="3399011"/>
            <a:ext cx="44652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Beta partner program, accessibility audit, and phased internationalization for additional regions.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25119" y="4021857"/>
            <a:ext cx="4722763" cy="640110"/>
          </a:xfrm>
          <a:prstGeom prst="roundRect">
            <a:avLst>
              <a:gd name="adj" fmla="val 8139"/>
            </a:avLst>
          </a:prstGeom>
          <a:solidFill>
            <a:srgbClr val="D7D2F9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9092" y="4196879"/>
            <a:ext cx="155004" cy="12397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28071" y="4161309"/>
            <a:ext cx="41958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Theme accent: #5E4CE6 — use for CTAs and key highlights across the product.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11749E7-9A07-2AC6-9E2B-413A3BD1D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686" y="4813283"/>
            <a:ext cx="1238314" cy="330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2396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Thank You!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79551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appreciate your time and interest in InternsHub. We're excited about the future of internship management and welcome any questions or further discussion.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Learn more at </a:t>
            </a:r>
            <a:r>
              <a:rPr lang="en-US" sz="1100" b="1" u="sng" dirty="0">
                <a:solidFill>
                  <a:srgbClr val="5E4CE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www.internshub.com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or contact us a </a:t>
            </a:r>
            <a:r>
              <a:rPr lang="en-US" sz="1100" b="1" u="sng" dirty="0">
                <a:solidFill>
                  <a:srgbClr val="5E4CE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myselfadmin123@gmail.com</a:t>
            </a: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570DE-9CA8-9E29-00BB-4EF18584B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986" y="4863830"/>
            <a:ext cx="1083013" cy="279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5E4CE6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563</Words>
  <Application>Microsoft Office PowerPoint</Application>
  <PresentationFormat>On-screen Show 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Outfit ExtraBold</vt:lpstr>
      <vt:lpstr>Arimo Bold</vt:lpstr>
      <vt:lpstr>Arimo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Narayana Tharun Kumar</cp:lastModifiedBy>
  <cp:revision>2</cp:revision>
  <dcterms:created xsi:type="dcterms:W3CDTF">2026-07-10T09:24:17Z</dcterms:created>
  <dcterms:modified xsi:type="dcterms:W3CDTF">2026-07-10T09:50:24Z</dcterms:modified>
</cp:coreProperties>
</file>